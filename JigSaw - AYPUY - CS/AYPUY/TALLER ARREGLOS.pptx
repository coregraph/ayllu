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7 Elipse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7 Rectángulo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07AF3FE-EE55-42A3-BEF4-A0A4E44074A0}" type="datetimeFigureOut">
              <a:rPr lang="es-CO" smtClean="0"/>
              <a:t>10/04/2012</a:t>
            </a:fld>
            <a:endParaRPr lang="es-C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s-CO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48CB458-9E1D-4F2E-BD81-B9041519CFA3}" type="slidenum">
              <a:rPr lang="es-CO" smtClean="0"/>
              <a:t>‹Nº›</a:t>
            </a:fld>
            <a:endParaRPr lang="es-CO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TALLER ARREGLOS</a:t>
            </a:r>
            <a:endParaRPr lang="es-C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555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Enunciado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Se requiere conocer las ventas por producto de </a:t>
            </a:r>
            <a:r>
              <a:rPr lang="es-CO" dirty="0"/>
              <a:t>un </a:t>
            </a:r>
            <a:r>
              <a:rPr lang="es-CO" dirty="0" smtClean="0"/>
              <a:t>supermercado. (no más de 30)</a:t>
            </a:r>
          </a:p>
          <a:p>
            <a:r>
              <a:rPr lang="es-CO" dirty="0" smtClean="0"/>
              <a:t>Para este fin se solicita el numero de productos a ingresar.</a:t>
            </a:r>
          </a:p>
          <a:p>
            <a:r>
              <a:rPr lang="es-CO" dirty="0" smtClean="0"/>
              <a:t>Posteriormente se solicita el nombre (cadena), el valor (flotante) y la cantidad vendida (entero) por cada producto.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6499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Enunciado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Se quiere </a:t>
            </a:r>
            <a:r>
              <a:rPr lang="es-CO" dirty="0" smtClean="0"/>
              <a:t>saber: </a:t>
            </a:r>
          </a:p>
          <a:p>
            <a:r>
              <a:rPr lang="es-CO" dirty="0" smtClean="0"/>
              <a:t>El </a:t>
            </a:r>
            <a:r>
              <a:rPr lang="es-CO" dirty="0"/>
              <a:t>nombre del producto que más ingresos dio (</a:t>
            </a:r>
            <a:r>
              <a:rPr lang="es-CO" dirty="0" err="1"/>
              <a:t>cant</a:t>
            </a:r>
            <a:r>
              <a:rPr lang="es-CO" dirty="0"/>
              <a:t> x precio) y el que menos se </a:t>
            </a:r>
            <a:r>
              <a:rPr lang="es-CO" dirty="0" smtClean="0"/>
              <a:t>vendió </a:t>
            </a:r>
            <a:r>
              <a:rPr lang="es-CO" dirty="0"/>
              <a:t>(</a:t>
            </a:r>
            <a:r>
              <a:rPr lang="es-CO" dirty="0" err="1"/>
              <a:t>cant</a:t>
            </a:r>
            <a:r>
              <a:rPr lang="es-CO" dirty="0" smtClean="0"/>
              <a:t>)</a:t>
            </a:r>
          </a:p>
          <a:p>
            <a:r>
              <a:rPr lang="es-CO" dirty="0" smtClean="0"/>
              <a:t>Finalmente se debe imprimir, de mayor a menor, el precio de los productos y su </a:t>
            </a:r>
            <a:r>
              <a:rPr lang="es-CO" smtClean="0"/>
              <a:t>respectivo nombre.</a:t>
            </a:r>
            <a:endParaRPr lang="es-CO" dirty="0" smtClean="0"/>
          </a:p>
          <a:p>
            <a:endParaRPr lang="es-CO" dirty="0"/>
          </a:p>
          <a:p>
            <a:r>
              <a:rPr lang="es-CO" dirty="0" err="1"/>
              <a:t>Tip</a:t>
            </a:r>
            <a:r>
              <a:rPr lang="es-CO" dirty="0"/>
              <a:t>: Las ventas, nombre, precio se pueden almacenar cada uno en un </a:t>
            </a:r>
            <a:r>
              <a:rPr lang="es-CO" dirty="0" smtClean="0"/>
              <a:t>arreglo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93061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</TotalTime>
  <Words>119</Words>
  <Application>Microsoft Office PowerPoint</Application>
  <PresentationFormat>Presentación en pantalla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Solsticio</vt:lpstr>
      <vt:lpstr>TALLER ARREGLOS</vt:lpstr>
      <vt:lpstr>Enunciado</vt:lpstr>
      <vt:lpstr>Enunciado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ARREGLOS</dc:title>
  <dc:creator>Luis Guillermo Torres</dc:creator>
  <cp:lastModifiedBy>Luis Guillermo Torres</cp:lastModifiedBy>
  <cp:revision>1</cp:revision>
  <dcterms:created xsi:type="dcterms:W3CDTF">2012-04-10T15:36:17Z</dcterms:created>
  <dcterms:modified xsi:type="dcterms:W3CDTF">2012-04-10T15:43:13Z</dcterms:modified>
</cp:coreProperties>
</file>